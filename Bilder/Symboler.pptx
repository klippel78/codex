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D4D8"/>
    <a:srgbClr val="DAC2BE"/>
    <a:srgbClr val="C6D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2"/>
    <p:restoredTop sz="94658"/>
  </p:normalViewPr>
  <p:slideViewPr>
    <p:cSldViewPr snapToGrid="0">
      <p:cViewPr varScale="1">
        <p:scale>
          <a:sx n="120" d="100"/>
          <a:sy n="120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80E51C-34A9-A3A0-B4DF-8034AC8C6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8E7C9FE2-05EB-7F48-0D55-92716D3435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A9A3C00D-D0A8-106C-A734-E485383F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F87294C-E2DB-ED38-72B9-8F466683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9D338D3-C954-C61E-ABF5-EA74D875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485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6EE1B90-3DA1-5109-98F7-CB6EC5C45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6C9D0AF-97C9-F0CB-52AF-C9034C300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DFB89D-031A-E90B-EC76-FFDFAFA2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B93F6C8-80B7-F3EE-6BCC-268F6BD75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8243414-844F-14AE-36CE-C893F1CB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50544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6913F44-2C55-A251-722B-38980D1D4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9B6E0C5-BC9D-FF3E-3713-7F56F907D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F477451-A54E-44D8-9BF1-810C4CAE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396EB5F-8ADA-B9B1-E023-85E856E2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3330876-CD3F-73B3-A593-D219BD61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485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64A91F0-4AAF-0324-C863-0635D159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302AE70-317C-092C-BC8B-A5F90448F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12CC45A-01F8-1A35-FEC2-520ADDA27A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1DE4BFD1-F44A-64AC-0FDE-C1B5B390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C869FEC2-DB05-7188-9407-BEB962E3C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6869DF7-E9E1-6FDD-E0B9-F5C94808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6014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E91729D-A82E-2BE4-B18B-7B6A3E76C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ECF8728-A10D-15C0-732E-D38679C12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22C643D-D035-E64D-E642-263F0BC2D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CE749306-0377-3FCC-FB09-FCB6BC572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09D94488-0DDE-CC72-A84C-AE2BC9002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42529CD4-7217-87CF-E65C-49012A40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982C1C4E-B776-6C4E-D372-E52EDEF29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15515F98-E226-A775-7EF1-BC5CB9AE8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2936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7F133A8-981C-D415-DDA6-F3090B4A3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B124BCF-F98E-359B-6E9A-B4EF49BB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893AFCB7-80C7-4853-872A-8997228B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A801F0A-286E-EE51-057D-925A965B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0012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12952DBB-8A69-7107-4CE2-0C26BCED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454B752-7D25-6317-9447-39F68384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BE46749F-DDC7-D9C9-0846-EB54C81C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1927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BCDFE4-7079-A5A2-FA6C-5B072822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B6B5B9A-8B00-13F7-E1EB-89AA38B72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817AD169-146B-AA0D-06D0-8A19471C5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A97FC87-3BD4-658E-99CF-4DFDAEDB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38E69BD-B505-A8F7-A9ED-16878F04B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51095906-36E1-FE71-6AF2-FD9E84E08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31068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6A84158-5198-29FC-D93F-2CA4B028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0E9105DF-5675-F13C-83A8-D03F5E0EE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7E9EFFE9-33F7-60D1-139F-0688D6767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4D0A34C2-CC9B-383E-D8B1-9E574ACC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37DDBD7-37E8-01EE-8F65-3DBDC1B5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1B8CB65D-7E11-9B3B-18DF-F54947CA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037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16783D3-C75B-B881-D69A-6A2819E5F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9DEB0D8-A3B4-46E6-3951-2EF1B6EED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6C838AD-614E-0CC4-B6BB-D9FB471C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857BA5F-D41B-D029-62F4-621C3DB8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32DD1EB-4FD7-21C0-C676-47F5DA96C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631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4501750C-2392-BB63-A97C-D480225B8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3B2B395B-BAF8-0B11-E9B6-24AC22752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E88E0E5-A142-0801-5AC0-9689590E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E5D2013-3C51-B83E-EEB7-B1B0B9590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1E2487C-AE1F-F6AF-5456-CA848E0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926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D24786BA-4DFF-DE77-1983-8F752737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80B46F51-B8B2-C342-FF6E-0E75D461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95977C1-7F83-5A6E-0C58-F0FA577DA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5CDAC-0981-0C46-A272-44DCD17D93D4}" type="datetimeFigureOut">
              <a:rPr lang="sv-SE" smtClean="0"/>
              <a:t>2026-04-23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420A2D2-BE87-FB5D-C9BE-34B90816B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11196754-4648-56DE-13AB-87F59B5D9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668B6-76FF-0B48-9493-8F1C2073851A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566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Lövträd med hel fyllning">
            <a:extLst>
              <a:ext uri="{FF2B5EF4-FFF2-40B4-BE49-F238E27FC236}">
                <a16:creationId xmlns:a16="http://schemas.microsoft.com/office/drawing/2014/main" id="{39E8DFD0-3B3C-3326-7E64-3AF4A24A7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82906" y="1277471"/>
            <a:ext cx="914400" cy="914400"/>
          </a:xfrm>
          <a:prstGeom prst="rect">
            <a:avLst/>
          </a:prstGeom>
        </p:spPr>
      </p:pic>
      <p:pic>
        <p:nvPicPr>
          <p:cNvPr id="7" name="Bild 6" descr="Oljefat med hel fyllning">
            <a:extLst>
              <a:ext uri="{FF2B5EF4-FFF2-40B4-BE49-F238E27FC236}">
                <a16:creationId xmlns:a16="http://schemas.microsoft.com/office/drawing/2014/main" id="{A6F77300-E5BA-19E6-0FD0-EE5CDD554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1819" y="1277471"/>
            <a:ext cx="914400" cy="914400"/>
          </a:xfrm>
          <a:prstGeom prst="rect">
            <a:avLst/>
          </a:prstGeom>
        </p:spPr>
      </p:pic>
      <p:pic>
        <p:nvPicPr>
          <p:cNvPr id="9" name="Bild 8" descr="Öppen hand med växt med hel fyllning">
            <a:extLst>
              <a:ext uri="{FF2B5EF4-FFF2-40B4-BE49-F238E27FC236}">
                <a16:creationId xmlns:a16="http://schemas.microsoft.com/office/drawing/2014/main" id="{E41E58AE-FE70-C033-8A6A-FE219DB2E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0731" y="1277471"/>
            <a:ext cx="914400" cy="914400"/>
          </a:xfrm>
          <a:prstGeom prst="rect">
            <a:avLst/>
          </a:prstGeom>
        </p:spPr>
      </p:pic>
      <p:pic>
        <p:nvPicPr>
          <p:cNvPr id="11" name="Bild 10" descr="Spargris med hel fyllning">
            <a:extLst>
              <a:ext uri="{FF2B5EF4-FFF2-40B4-BE49-F238E27FC236}">
                <a16:creationId xmlns:a16="http://schemas.microsoft.com/office/drawing/2014/main" id="{47BF7AAF-1E80-0586-E085-63A92692B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0731" y="5123329"/>
            <a:ext cx="914400" cy="914400"/>
          </a:xfrm>
          <a:prstGeom prst="rect">
            <a:avLst/>
          </a:prstGeom>
        </p:spPr>
      </p:pic>
      <p:pic>
        <p:nvPicPr>
          <p:cNvPr id="13" name="Bild 12" descr="Kraftledningstorn med hel fyllning">
            <a:extLst>
              <a:ext uri="{FF2B5EF4-FFF2-40B4-BE49-F238E27FC236}">
                <a16:creationId xmlns:a16="http://schemas.microsoft.com/office/drawing/2014/main" id="{D6B50126-6E60-7672-7A18-D48399682F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1819" y="3200400"/>
            <a:ext cx="914400" cy="914400"/>
          </a:xfrm>
          <a:prstGeom prst="rect">
            <a:avLst/>
          </a:prstGeom>
        </p:spPr>
      </p:pic>
      <p:pic>
        <p:nvPicPr>
          <p:cNvPr id="15" name="Bild 14" descr="Bränsle med hel fyllning">
            <a:extLst>
              <a:ext uri="{FF2B5EF4-FFF2-40B4-BE49-F238E27FC236}">
                <a16:creationId xmlns:a16="http://schemas.microsoft.com/office/drawing/2014/main" id="{5D820C8E-70CF-A788-FE7C-B97C81CAEE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1819" y="5123329"/>
            <a:ext cx="914400" cy="914400"/>
          </a:xfrm>
          <a:prstGeom prst="rect">
            <a:avLst/>
          </a:prstGeom>
        </p:spPr>
      </p:pic>
      <p:pic>
        <p:nvPicPr>
          <p:cNvPr id="17" name="Bild 16" descr="Hem med hel fyllning">
            <a:extLst>
              <a:ext uri="{FF2B5EF4-FFF2-40B4-BE49-F238E27FC236}">
                <a16:creationId xmlns:a16="http://schemas.microsoft.com/office/drawing/2014/main" id="{DCF565C2-DAAF-BDB8-1F7C-BBEC64F01C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2906" y="3200400"/>
            <a:ext cx="914400" cy="914400"/>
          </a:xfrm>
          <a:prstGeom prst="rect">
            <a:avLst/>
          </a:prstGeom>
        </p:spPr>
      </p:pic>
      <p:pic>
        <p:nvPicPr>
          <p:cNvPr id="19" name="Bild 18" descr="Kraftverk med hel fyllning">
            <a:extLst>
              <a:ext uri="{FF2B5EF4-FFF2-40B4-BE49-F238E27FC236}">
                <a16:creationId xmlns:a16="http://schemas.microsoft.com/office/drawing/2014/main" id="{E9B6571F-596A-582B-D716-AB9CD8F8F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82906" y="5123329"/>
            <a:ext cx="914400" cy="914400"/>
          </a:xfrm>
          <a:prstGeom prst="rect">
            <a:avLst/>
          </a:prstGeom>
        </p:spPr>
      </p:pic>
      <p:pic>
        <p:nvPicPr>
          <p:cNvPr id="21" name="Bild 20" descr="Bil med hel fyllning">
            <a:extLst>
              <a:ext uri="{FF2B5EF4-FFF2-40B4-BE49-F238E27FC236}">
                <a16:creationId xmlns:a16="http://schemas.microsoft.com/office/drawing/2014/main" id="{198D5DCC-877A-EBC0-7DCF-1A075E2086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80731" y="32004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618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00836FDFCABFB4F988F1CC218A89D0E" ma:contentTypeVersion="13" ma:contentTypeDescription="Skapa ett nytt dokument." ma:contentTypeScope="" ma:versionID="370370f73dd07b1258ae0b644d3ca6cb">
  <xsd:schema xmlns:xsd="http://www.w3.org/2001/XMLSchema" xmlns:xs="http://www.w3.org/2001/XMLSchema" xmlns:p="http://schemas.microsoft.com/office/2006/metadata/properties" xmlns:ns2="c85e6c78-ad1d-484a-98d1-c7d2326a9a4c" xmlns:ns3="b6853bd2-22b9-4d35-8c33-63a4997c86c0" targetNamespace="http://schemas.microsoft.com/office/2006/metadata/properties" ma:root="true" ma:fieldsID="cf2eb4ee0594c2ba1c12ff7c572898d3" ns2:_="" ns3:_="">
    <xsd:import namespace="c85e6c78-ad1d-484a-98d1-c7d2326a9a4c"/>
    <xsd:import namespace="b6853bd2-22b9-4d35-8c33-63a4997c86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5e6c78-ad1d-484a-98d1-c7d2326a9a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ildmarkeringar" ma:readOnly="false" ma:fieldId="{5cf76f15-5ced-4ddc-b409-7134ff3c332f}" ma:taxonomyMulti="true" ma:sspId="fca21c6a-0e39-422c-b6d5-4f3c7f47ea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853bd2-22b9-4d35-8c33-63a4997c86c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ccdf26c-1956-400c-83cb-7fd62a9e57bc}" ma:internalName="TaxCatchAll" ma:showField="CatchAllData" ma:web="b6853bd2-22b9-4d35-8c33-63a4997c86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5e6c78-ad1d-484a-98d1-c7d2326a9a4c">
      <Terms xmlns="http://schemas.microsoft.com/office/infopath/2007/PartnerControls"/>
    </lcf76f155ced4ddcb4097134ff3c332f>
    <TaxCatchAll xmlns="b6853bd2-22b9-4d35-8c33-63a4997c86c0" xsi:nil="true"/>
  </documentManagement>
</p:properties>
</file>

<file path=customXml/itemProps1.xml><?xml version="1.0" encoding="utf-8"?>
<ds:datastoreItem xmlns:ds="http://schemas.openxmlformats.org/officeDocument/2006/customXml" ds:itemID="{3F1C5EAC-F7D3-4598-82EF-7D0BA1EF613D}"/>
</file>

<file path=customXml/itemProps2.xml><?xml version="1.0" encoding="utf-8"?>
<ds:datastoreItem xmlns:ds="http://schemas.openxmlformats.org/officeDocument/2006/customXml" ds:itemID="{DEE0A477-AD64-4D82-9099-6132D4CD5941}"/>
</file>

<file path=customXml/itemProps3.xml><?xml version="1.0" encoding="utf-8"?>
<ds:datastoreItem xmlns:ds="http://schemas.openxmlformats.org/officeDocument/2006/customXml" ds:itemID="{845F6FB1-2940-4BEF-B51F-84C8DDBF9903}"/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0</Words>
  <Application>Microsoft Macintosh PowerPoint</Application>
  <PresentationFormat>Bredbild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Klippel</dc:creator>
  <cp:lastModifiedBy>Martin Klippel</cp:lastModifiedBy>
  <cp:revision>1</cp:revision>
  <dcterms:created xsi:type="dcterms:W3CDTF">2026-04-23T11:07:13Z</dcterms:created>
  <dcterms:modified xsi:type="dcterms:W3CDTF">2026-04-23T13:07:22Z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0x010100700836FDFCABFB4F988F1CC218A89D0E</vt:lpwstr>
  </property>
</Properties>
</file>